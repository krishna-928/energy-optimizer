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3011a346c94ddf" /><Relationship Type="http://schemas.openxmlformats.org/package/2006/relationships/metadata/core-properties" Target="/docProps/core.xml" Id="Rfb4a396995d34b75" /><Relationship Type="http://schemas.openxmlformats.org/officeDocument/2006/relationships/extended-properties" Target="/docProps/app.xml" Id="R78fcbd2a33d54ad0" /><Relationship Type="http://schemas.openxmlformats.org/officeDocument/2006/relationships/custom-properties" Target="/docProps/custom.xml" Id="Rb52aee3a084e463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97561b4bb7d4dac"/>
  </p:notesMasterIdLst>
  <p:sldIdLst>
    <p:sldId id="256" r:id="R242f2b431c7048e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42f2b431c7048e2" /><Relationship Type="http://schemas.openxmlformats.org/officeDocument/2006/relationships/notesMaster" Target="/ppt/notesMasters/notesMaster1.xml" Id="Rf97561b4bb7d4d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7a7bb0a63ed45d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b50f026e014bb1" /><Relationship Type="http://schemas.openxmlformats.org/officeDocument/2006/relationships/slide" Target="/ppt/slides/slide1.xml" Id="R7a69a87e00014f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Title. EnergyOS is an AI-powered renewable grid intelligence platform. Built for the IBM Bob Hackathon on the Sustainability track.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2b6b1fbfec450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e9604056f048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8eaa3292546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efbed9ad844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b20757d664f1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44ee7710a89436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6b1cd21ae4eef" /><Relationship Type="http://schemas.openxmlformats.org/officeDocument/2006/relationships/notesSlide" Target="/ppt/notesSlides/notesSlide1.xml" Id="R855cad8123ab4d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F1E"/>
        </a:solidFill>
      </p:bgPr>
    </p:bg>
    <p:spTree>
      <p:nvGrpSpPr>
        <p:cNvPr id="1" name=""/>
        <p:cNvGrpSpPr/>
        <p:nvPr/>
      </p:nvGrpSpPr>
      <p:grpSpPr/>
      <p:sp>
        <p:nvSpPr>
          <p:cNvPr id="100000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3B82F6"/>
              </a:solidFill>
            </a:endParaRPr>
          </a:p>
        </p:txBody>
      </p:sp>
      <p:sp>
        <p:nvSpPr>
          <p:cNvPr id="100001" name="Logo"/>
          <p:cNvSpPr txBox="1"/>
          <p:nvPr/>
        </p:nvSpPr>
        <p:spPr>
          <a:xfrm xmlns:a="http://schemas.openxmlformats.org/drawingml/2006/main">
            <a:off x="540000" y="1260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4ADE80"/>
                </a:solidFill>
                <a:latin typeface="Calibri"/>
                <a:ea typeface="Calibri"/>
              </a:rPr>
              <a:t>⚡ EnergyOS</a:t>
            </a:r>
          </a:p>
        </p:txBody>
      </p:sp>
      <p:sp>
        <p:nvSpPr>
          <p:cNvPr id="100002" name="Subtitle"/>
          <p:cNvSpPr txBox="1"/>
          <p:nvPr/>
        </p:nvSpPr>
        <p:spPr>
          <a:xfrm xmlns:a="http://schemas.openxmlformats.org/drawingml/2006/main">
            <a:off x="540000" y="2592000"/>
            <a:ext cx="1080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0">
                <a:solidFill>
                  <a:srgbClr val="8899B0"/>
                </a:solidFill>
                <a:latin typeface="Calibri"/>
                <a:ea typeface="Calibri"/>
              </a:rPr>
              <a:t>Renewable Intelligence Platform</a:t>
            </a:r>
          </a:p>
        </p:txBody>
      </p:sp>
      <p:sp>
        <p:nvSpPr>
          <p:cNvPr id="100003" name="TeamLine"/>
          <p:cNvSpPr txBox="1"/>
          <p:nvPr/>
        </p:nvSpPr>
        <p:spPr>
          <a:xfrm xmlns:a="http://schemas.openxmlformats.org/drawingml/2006/main">
            <a:off x="540000" y="3420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0">
                <a:solidFill>
                  <a:srgbClr val="3B82F6"/>
                </a:solidFill>
                <a:latin typeface="Calibri"/>
                <a:ea typeface="Calibri"/>
              </a:rPr>
              <a:t>Team: energy-optimizer  |  Track: Sustainability  |  IBM Bob Hackathon</a:t>
            </a:r>
          </a:p>
        </p:txBody>
      </p:sp>
      <p:sp>
        <p:nvSpPr>
          <p:cNvPr id="100004" name="Members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0">
                <a:solidFill>
                  <a:srgbClr val="8899B0"/>
                </a:solidFill>
                <a:latin typeface="Calibri"/>
                <a:ea typeface="Calibri"/>
              </a:rPr>
              <a:t>Krishna Parmar  ·  Jemin  ·  Darpit  ·  Priyansh</a:t>
            </a:r>
          </a:p>
        </p:txBody>
      </p:sp>
      <p:sp>
        <p:nvSpPr>
          <p:cNvPr id="100005" name="BottomBar"/>
          <p:cNvSpPr txBox="1"/>
          <p:nvPr/>
        </p:nvSpPr>
        <p:spPr>
          <a:xfrm xmlns:a="http://schemas.openxmlformats.org/drawingml/2006/main">
            <a:off x="0" y="6768000"/>
            <a:ext cx="121932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D4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1E2D44"/>
              </a:solidFill>
            </a:endParaR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2026-09-15T07:12:25Z</dcterms:created>
  <cp:lastModifiedBy>OfficeCLI</cp:lastModifiedBy>
  <dcterms:modified xsi:type="dcterms:W3CDTF">2026-09-15T07:12:25Z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2026-09-15T07:12:27Z</vt:lpwstr>
  </op:property>
</op:Properties>
</file>